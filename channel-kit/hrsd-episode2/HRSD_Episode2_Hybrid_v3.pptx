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2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hrsd_episode2_hybrid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7" y="988940"/>
            <a:ext cx="1639510" cy="4656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" y="47690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SIMPLIFIED | HR LEAVE REQUEST SERIES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&amp;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Handoff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73152" cy="54864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7512" y="3840480"/>
            <a:ext cx="73152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686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 OF 5  |  Approve, assign, update, close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end-to-end flow — manager approves, team handles the external update.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73152" cy="50292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67512" y="5989320"/>
            <a:ext cx="73152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Krushikesh Bhude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pic>
        <p:nvPicPr>
          <p:cNvPr id="18" name="Image 0" descr="/home/claude/hrsd_episode2_hybrid/logo_cropped.png">
            <a:extLst>
              <a:ext uri="{FF2B5EF4-FFF2-40B4-BE49-F238E27FC236}">
                <a16:creationId xmlns:a16="http://schemas.microsoft.com/office/drawing/2014/main" id="{2EA1F58A-38CB-2895-31EB-8A5C5595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23" y="2518420"/>
            <a:ext cx="3248477" cy="922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progress — episode 2 of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554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Service &amp; Record Producer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employees fill 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0" y="1691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6926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4414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304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Scripts: Auto-populate &amp; Duration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670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form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2441448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692640" y="2441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19125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31912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0540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+ HR Handoff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19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assign, manual external update, close.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3191256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692640" y="3191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39410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38039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Integration (Workday / SAP)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1696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manual update from Ep 2.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90872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48640" y="4690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553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SLAs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919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reminder layer.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48640" y="5440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303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User Experience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669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polish and the request list.</a:t>
            </a:r>
            <a:endParaRPr lang="en-US" sz="12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2965363D-7799-FDA9-9264-985F52F2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Flow at a Glance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— employee submits to case closed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37160" cy="73152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 leave request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3288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routes to the employee's manager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(auto)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40156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(or rejects)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27024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480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assigned to Leave Management team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0" y="4480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(auto)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513892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3716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" y="5349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updates Workday / SAP + closes case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 (manual, for now)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Step 5 is manual today — that is exactly what Episode 3 automates.</a:t>
            </a:r>
            <a:endParaRPr lang="en-US" sz="1300" dirty="0"/>
          </a:p>
        </p:txBody>
      </p:sp>
      <p:pic>
        <p:nvPicPr>
          <p:cNvPr id="43" name="Image 0" descr="/home/claude/hrsd_episode2_hybrid/logo_cropped.png">
            <a:extLst>
              <a:ext uri="{FF2B5EF4-FFF2-40B4-BE49-F238E27FC236}">
                <a16:creationId xmlns:a16="http://schemas.microsoft.com/office/drawing/2014/main" id="{0A0141B2-4B31-DA2F-B89B-FF9B90B68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541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Systems, Two Jobs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73152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1371600"/>
            <a:ext cx="7315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HRSD holds the request and the audit trail. The external HRIS stays the system of record for leave balances and payroll. The HR team is the bridge between them — until integration is built.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HRSD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itself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decision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3035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touched it, when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097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the employee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  ·   WORKDAY / SAP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20624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leave balance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57200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812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calculation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493776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812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leave reporting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530352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812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truth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566928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812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leave records</a:t>
            </a:r>
            <a:endParaRPr lang="en-US" sz="13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54FF0742-FDC0-2E04-32EA-B37D6CC35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90536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 Order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 steps + two demo moments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08760" y="18288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50876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HRIS table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table on Instance B (Mock HRIS), standing in for Workday / SAP. Episode 3 integrates with it over REST.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08760" y="26974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508760" y="2697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via Flow Designer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lookup — approver is the requester's manager from the user record. Approve or reject.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08760" y="3566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508760" y="3566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and acts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from My Approvals, then the case transitions. (Approval email arrives in Ep 4.)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08760" y="443484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508760" y="4434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to Leave Mgmt group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assignment group set to Leave Management Team. Flow Designer assignment step.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508760" y="530352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1508760" y="5303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updates mock HRIS, closes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5623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case, record the leave on the Mock HRIS (Instance B) by hand, close with the HRIS reference.</a:t>
            </a:r>
            <a:endParaRPr lang="en-US" sz="12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637ACC95-16E4-C705-94DB-3567E3EA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HRIS Table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6899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Instance B (Mock HRIS) — the integration target for Episode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39393"/>
            <a:ext cx="11064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539393"/>
            <a:ext cx="11064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1539393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Leave table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709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3166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114800" y="23166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709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reference (sys_user sys_id or email)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7281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27738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114800" y="27738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7281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Sick, Casual, WFH, Other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1853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32310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114800" y="32310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1853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HR Case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6425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36882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114800" y="36882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6425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HR Case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0997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days_taken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41454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114800" y="41454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0997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(Ep 3 refines to working days)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5569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approval_reference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0" y="46026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114800" y="46026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45569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number back to HRSD for traceability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0141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recorded_at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0" y="50598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114800" y="50598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50141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row was created in the mock HRIS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3707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2: the HR team creates rows here by hand on Instance B.   Episode 3: HRSD creates them via REST (Basic Auth → OAuth 2.0).</a:t>
            </a:r>
            <a:endParaRPr lang="en-US" sz="1300" dirty="0"/>
          </a:p>
        </p:txBody>
      </p:sp>
      <p:pic>
        <p:nvPicPr>
          <p:cNvPr id="42" name="Image 0" descr="/home/claude/hrsd_episode2_hybrid/logo_cropped.png">
            <a:extLst>
              <a:ext uri="{FF2B5EF4-FFF2-40B4-BE49-F238E27FC236}">
                <a16:creationId xmlns:a16="http://schemas.microsoft.com/office/drawing/2014/main" id="{E6173E33-1357-441C-641C-9BC20772C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NOT Doing Today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omissions — each has its own future home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video does single-level manager approval only. HR Business Partner co-approvals and policy-exception escalations are a separate pattern.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0" y="20116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51560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emails to the manager, escalations when approvals stall, and SLAs on time-to-approve.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0" y="310896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51560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2296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HRIS integration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389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 HR team enters the HRIS row by hand on Instance B. Episode 3 connects the two instances over REST with Basic Auth and OAuth 2.0.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15600" y="42062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05156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" y="51663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296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polish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5486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visibility on the My Requests list, status chips, cancellation after approval.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515600" y="530352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10515600" y="5303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300" dirty="0"/>
          </a:p>
        </p:txBody>
      </p:sp>
      <p:pic>
        <p:nvPicPr>
          <p:cNvPr id="36" name="Image 0" descr="/home/claude/hrsd_episode2_hybrid/logo_cropped.png">
            <a:extLst>
              <a:ext uri="{FF2B5EF4-FFF2-40B4-BE49-F238E27FC236}">
                <a16:creationId xmlns:a16="http://schemas.microsoft.com/office/drawing/2014/main" id="{42AA871A-C59A-7DC0-1873-17F3E317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EPISODE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Integration — Workday / SAP / Other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371600" cy="73152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65960" y="3383280"/>
            <a:ext cx="7315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manual step the HR team just did? We automate it: a Scripted REST API on the Mock HRIS, a Connection &amp; Credential alias on HRSD (Basic Auth, then OAuth 2.0), and a Flow Designer REST step with error handling.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Subscribe — new episode coming soon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hrsd_episode2_hybrid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70448"/>
            <a:ext cx="2377440" cy="57607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657600" y="5852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Krushikesh Bhude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61722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0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Consultant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Demo Setup: Two Instances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73152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1371600"/>
            <a:ext cx="7315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Workday tenant on a public channel, so a second ServiceNow instance plays the client's HRIS. The integration pattern is the same one you'd use for Workday or SAP.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   ·   HRSD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ServiceNow HRSD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form (Record Producer)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(Flow Designer)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Case + audit trail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3035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Team handoff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097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3: calls Instance B over REST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B   ·   MOCK HRIS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client's Workday / SAP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20624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Leave app + HRIS Leave table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57200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812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leave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493776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812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2: HR team enters rows by hand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530352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812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3: Scripted REST API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566928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812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→ OAuth 2.0</a:t>
            </a:r>
            <a:endParaRPr lang="en-US" sz="13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54FF0742-FDC0-2E04-32EA-B37D6CC3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90536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757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Leave Request Series - Episode 2 (Hybrid)</dc:title>
  <dc:subject>PptxGenJS Presentation</dc:subject>
  <dc:creator>ServiceNow Simplified</dc:creator>
  <cp:lastModifiedBy>Krushikesh Bhude</cp:lastModifiedBy>
  <cp:revision>2</cp:revision>
  <dcterms:created xsi:type="dcterms:W3CDTF">2026-10-12T12:23:19Z</dcterms:created>
  <dcterms:modified xsi:type="dcterms:W3CDTF">2026-10-12T13:37:23Z</dcterms:modified>
</cp:coreProperties>
</file>